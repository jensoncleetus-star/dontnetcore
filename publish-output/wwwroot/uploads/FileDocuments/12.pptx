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1" r:id="rId8"/>
    <p:sldId id="263" r:id="rId9"/>
    <p:sldId id="262" r:id="rId10"/>
    <p:sldId id="260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BA00-11CC-4541-ACD7-B809D2430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854C-DA0B-4A35-82E1-34E35CC62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E923-27D8-4FE8-B1A4-68D05930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775E-1887-4FDF-A998-28D20694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DEC0-4ECB-4CC6-AE98-99E6DE7A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4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152D-B1DD-4610-9267-039048A6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4FFC-8ECF-46F3-A98B-EDA3A5A54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D0E1-C47C-4578-874C-55472577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6A82-4E9E-410A-8627-F8B2B223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8F91C-C2E2-46D5-BA84-989E446D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03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F626-E3A1-4194-AE88-B26D7EAA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7170-06DA-4575-88AF-57DBDEC49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1A5A-BF73-40AA-B646-14E7DB1D6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B157-3076-4B47-AA7B-ACA282FB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811F7-2EDD-4935-A38F-CB089883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8CBE-36F2-4AA4-81AD-87324C0D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E048-6A4D-4BC9-BD52-B85800577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B15E9-E368-4E4C-B1C5-F426EB805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09C4C-EB3C-4E35-8C7E-1B829B59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732A1-3298-4E25-B51C-438C3118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6C657-458C-4FE6-85D8-32D26280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7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FD5B-97BA-468C-A906-7EBB0FC7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AAB74-9A30-4EA9-81D9-4A5CFA2E5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FCB1-A917-48C3-95EE-482EF7A07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B16EA-FCC0-49FB-A342-D7B4C4FEC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2D4E9-63EB-4E10-8C5C-59AFA1761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F3CAA-C319-40D0-ABCD-B83AE7FE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224D0-31CC-4B9C-AA63-68CEF6F0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72F74-F64A-4DB9-B1E9-DCD47A8D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9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C6E3-AE0E-4D32-A994-8D86E497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7545A-FE56-4BCE-AB0B-C3FBF179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64BF0-56FB-45C9-9AF5-557A2DAF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0738F-2F28-479D-B3DA-8951570E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7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1CB172-562D-472F-8D60-33D1CBE1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DD374-0260-46B9-B87B-AECF217B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2C33C-9556-4144-B258-AAA561C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3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9F91-A1BE-4CB9-B10A-0F31D571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2699-2E33-48DC-8138-FA709738E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78D75-F362-44CC-9FE8-6A0EB9077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AF13-7A28-4488-8302-8BB1155A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7B758-1E24-4E01-B042-CBCF1ED4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E9E2-493F-42BD-AB36-F16E53ED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6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DCEB-F9C3-4C6C-A25E-55511211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F2CAA-373A-4DA6-90AC-7CCD3756C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DAB40-2089-425F-B662-C38A909A7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88439-D895-4FF5-AC1E-4F56C066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5C4FE-A253-4F63-B145-2CC62D55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C0D6B-4CBF-4D6F-9490-8D9CF6C8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3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809A-A7FD-4E50-97EB-6B5AA97C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D7B5C-B446-41F8-84F5-EA268DBD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EB615-D7AF-498F-8C08-37BDAA8A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B693-9CB7-4B52-83A1-1109B758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60FC-DCB3-4CD4-8EA2-D6956444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2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79A0B-B039-4875-8987-6DE3D2652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A42EE-6D88-460B-9769-4F8F9B6EA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5D282-3B5F-4D6D-9154-957CB5B8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2A72C-721D-45AD-86D0-C96FE193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9E9FA-59A7-42E9-AC86-5BA2A46F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DE695-21FE-4738-A9E6-4C23195F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137BA-EE5A-4022-BC2F-74626CDF4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719E3-73F8-42C1-9A35-8919813D1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126B6-D4A9-4153-9059-A99D505F69F2}" type="datetimeFigureOut">
              <a:rPr lang="en-US" smtClean="0"/>
              <a:t>08/06/21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C1241-B4AE-4CA7-B27C-D238ACC37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72CC-D050-4F42-956E-A9B83BFC2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7E1D2-1BB3-4ACE-9E81-9E74DE6C7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4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d/depreciation.asp#:~:text=The%20total%20amount%20that's%20depreciated,rate%20would%2015%25%20per%20year.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d/depreciation.asp#:~:text=The%20total%20amount%20that's%20depreciated,rate%20would%2015%25%20per%20year.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d/depreciation.asp#:~:text=The%20total%20amount%20that's%20depreciated,rate%20would%2015%25%20per%20year.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Management</a:t>
            </a:r>
          </a:p>
        </p:txBody>
      </p:sp>
    </p:spTree>
    <p:extLst>
      <p:ext uri="{BB962C8B-B14F-4D97-AF65-F5344CB8AC3E}">
        <p14:creationId xmlns:p14="http://schemas.microsoft.com/office/powerpoint/2010/main" val="270849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Management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Create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 List</a:t>
            </a:r>
          </a:p>
        </p:txBody>
      </p:sp>
    </p:spTree>
    <p:extLst>
      <p:ext uri="{BB962C8B-B14F-4D97-AF65-F5344CB8AC3E}">
        <p14:creationId xmlns:p14="http://schemas.microsoft.com/office/powerpoint/2010/main" val="280559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From Inventory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Create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 List</a:t>
            </a:r>
          </a:p>
        </p:txBody>
      </p:sp>
    </p:spTree>
    <p:extLst>
      <p:ext uri="{BB962C8B-B14F-4D97-AF65-F5344CB8AC3E}">
        <p14:creationId xmlns:p14="http://schemas.microsoft.com/office/powerpoint/2010/main" val="249613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B4C4F2-458C-407A-A1B2-0879C240BB5B}"/>
              </a:ext>
            </a:extLst>
          </p:cNvPr>
          <p:cNvSpPr/>
          <p:nvPr/>
        </p:nvSpPr>
        <p:spPr>
          <a:xfrm>
            <a:off x="444616" y="63756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EA4B4C-4031-4515-8BC5-AFE4E5F45CE6}"/>
              </a:ext>
            </a:extLst>
          </p:cNvPr>
          <p:cNvSpPr/>
          <p:nvPr/>
        </p:nvSpPr>
        <p:spPr>
          <a:xfrm>
            <a:off x="9118126" y="1115036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9D6D7C-635F-40C5-907C-956389916550}"/>
              </a:ext>
            </a:extLst>
          </p:cNvPr>
          <p:cNvSpPr/>
          <p:nvPr/>
        </p:nvSpPr>
        <p:spPr>
          <a:xfrm>
            <a:off x="3635931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29A48B-CCA0-40CA-B07B-13E72E0F6BB0}"/>
              </a:ext>
            </a:extLst>
          </p:cNvPr>
          <p:cNvSpPr/>
          <p:nvPr/>
        </p:nvSpPr>
        <p:spPr>
          <a:xfrm>
            <a:off x="7849957" y="1115035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BB9D24-F589-4ADE-87FD-BC26202ECC23}"/>
              </a:ext>
            </a:extLst>
          </p:cNvPr>
          <p:cNvSpPr/>
          <p:nvPr/>
        </p:nvSpPr>
        <p:spPr>
          <a:xfrm>
            <a:off x="444616" y="1115042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Item Name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B2CBF0-ED59-4502-A9AB-769088AD074A}"/>
              </a:ext>
            </a:extLst>
          </p:cNvPr>
          <p:cNvSpPr/>
          <p:nvPr/>
        </p:nvSpPr>
        <p:spPr>
          <a:xfrm>
            <a:off x="4667778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386F20-3351-4263-B561-4C9CFB68759B}"/>
              </a:ext>
            </a:extLst>
          </p:cNvPr>
          <p:cNvSpPr/>
          <p:nvPr/>
        </p:nvSpPr>
        <p:spPr>
          <a:xfrm>
            <a:off x="5699625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5622C6-98B8-4A8A-A254-BF034B471D59}"/>
              </a:ext>
            </a:extLst>
          </p:cNvPr>
          <p:cNvSpPr/>
          <p:nvPr/>
        </p:nvSpPr>
        <p:spPr>
          <a:xfrm>
            <a:off x="6731472" y="11150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50A865-4B7C-446A-AEBC-6A9B09FA4D87}"/>
              </a:ext>
            </a:extLst>
          </p:cNvPr>
          <p:cNvSpPr/>
          <p:nvPr/>
        </p:nvSpPr>
        <p:spPr>
          <a:xfrm>
            <a:off x="1655151" y="637562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DATE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E8C7F8-150E-479E-B64A-1FC076EACB75}"/>
              </a:ext>
            </a:extLst>
          </p:cNvPr>
          <p:cNvSpPr/>
          <p:nvPr/>
        </p:nvSpPr>
        <p:spPr>
          <a:xfrm>
            <a:off x="10475748" y="1115037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639466-3D55-462E-9627-C28A74696228}"/>
              </a:ext>
            </a:extLst>
          </p:cNvPr>
          <p:cNvSpPr/>
          <p:nvPr/>
        </p:nvSpPr>
        <p:spPr>
          <a:xfrm>
            <a:off x="3635931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97E031-C6B9-4FB8-BC26-F9945B4F67C5}"/>
              </a:ext>
            </a:extLst>
          </p:cNvPr>
          <p:cNvSpPr/>
          <p:nvPr/>
        </p:nvSpPr>
        <p:spPr>
          <a:xfrm>
            <a:off x="444616" y="1542880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51AF914-1254-4F2C-B71E-D18ACA40627A}"/>
              </a:ext>
            </a:extLst>
          </p:cNvPr>
          <p:cNvSpPr/>
          <p:nvPr/>
        </p:nvSpPr>
        <p:spPr>
          <a:xfrm>
            <a:off x="4667778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EBBAE9-5379-48D8-8A0D-A0C5427AA3FB}"/>
              </a:ext>
            </a:extLst>
          </p:cNvPr>
          <p:cNvSpPr/>
          <p:nvPr/>
        </p:nvSpPr>
        <p:spPr>
          <a:xfrm>
            <a:off x="5699625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0E9895-A0DF-4ABC-ADDA-0442B8A5C4CB}"/>
              </a:ext>
            </a:extLst>
          </p:cNvPr>
          <p:cNvSpPr/>
          <p:nvPr/>
        </p:nvSpPr>
        <p:spPr>
          <a:xfrm>
            <a:off x="6731472" y="15428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30DF931-0E25-458A-BDF4-CF67F4296E07}"/>
              </a:ext>
            </a:extLst>
          </p:cNvPr>
          <p:cNvSpPr/>
          <p:nvPr/>
        </p:nvSpPr>
        <p:spPr>
          <a:xfrm>
            <a:off x="3635931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F26EE44-399C-4913-8F17-DFAB512AC704}"/>
              </a:ext>
            </a:extLst>
          </p:cNvPr>
          <p:cNvSpPr/>
          <p:nvPr/>
        </p:nvSpPr>
        <p:spPr>
          <a:xfrm>
            <a:off x="444616" y="1970718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F2BA19-53F5-40F8-9971-D373C2EF9F43}"/>
              </a:ext>
            </a:extLst>
          </p:cNvPr>
          <p:cNvSpPr/>
          <p:nvPr/>
        </p:nvSpPr>
        <p:spPr>
          <a:xfrm>
            <a:off x="4667778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49742A-20C8-4011-9478-7F9A512CE008}"/>
              </a:ext>
            </a:extLst>
          </p:cNvPr>
          <p:cNvSpPr/>
          <p:nvPr/>
        </p:nvSpPr>
        <p:spPr>
          <a:xfrm>
            <a:off x="5699625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CEADB08-28AE-4D8E-B4ED-DEE0B6368CA5}"/>
              </a:ext>
            </a:extLst>
          </p:cNvPr>
          <p:cNvSpPr/>
          <p:nvPr/>
        </p:nvSpPr>
        <p:spPr>
          <a:xfrm>
            <a:off x="6731472" y="1970716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28FC0D-C362-4F19-8F20-FBDF1A644E3B}"/>
              </a:ext>
            </a:extLst>
          </p:cNvPr>
          <p:cNvSpPr/>
          <p:nvPr/>
        </p:nvSpPr>
        <p:spPr>
          <a:xfrm>
            <a:off x="5222149" y="3464766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0167C44-62AE-4726-A3D4-7DB98C574FD0}"/>
              </a:ext>
            </a:extLst>
          </p:cNvPr>
          <p:cNvSpPr/>
          <p:nvPr/>
        </p:nvSpPr>
        <p:spPr>
          <a:xfrm>
            <a:off x="6731472" y="3466144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98B1E1A-D8C3-409E-943C-5D0A80D2C1CE}"/>
              </a:ext>
            </a:extLst>
          </p:cNvPr>
          <p:cNvSpPr/>
          <p:nvPr/>
        </p:nvSpPr>
        <p:spPr>
          <a:xfrm>
            <a:off x="9126838" y="1542877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1ED0F7D-8BA9-4814-9ADB-8485E96B904C}"/>
              </a:ext>
            </a:extLst>
          </p:cNvPr>
          <p:cNvSpPr/>
          <p:nvPr/>
        </p:nvSpPr>
        <p:spPr>
          <a:xfrm>
            <a:off x="7858669" y="1542876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3C7475F-B993-4AFC-ABEC-4F684FFE1960}"/>
              </a:ext>
            </a:extLst>
          </p:cNvPr>
          <p:cNvSpPr/>
          <p:nvPr/>
        </p:nvSpPr>
        <p:spPr>
          <a:xfrm>
            <a:off x="10484460" y="1542878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2BD009E-93F8-4EE0-BA16-0FF1A71F39B5}"/>
              </a:ext>
            </a:extLst>
          </p:cNvPr>
          <p:cNvSpPr/>
          <p:nvPr/>
        </p:nvSpPr>
        <p:spPr>
          <a:xfrm>
            <a:off x="9126838" y="1970715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A6C3E5-40CD-4985-8821-1C6035D62623}"/>
              </a:ext>
            </a:extLst>
          </p:cNvPr>
          <p:cNvSpPr/>
          <p:nvPr/>
        </p:nvSpPr>
        <p:spPr>
          <a:xfrm>
            <a:off x="7858669" y="1970714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E482226-1CB8-4BA9-B195-6861A73D154B}"/>
              </a:ext>
            </a:extLst>
          </p:cNvPr>
          <p:cNvSpPr/>
          <p:nvPr/>
        </p:nvSpPr>
        <p:spPr>
          <a:xfrm>
            <a:off x="10484460" y="1970716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5444F2-C045-4B4B-A9F3-65FAAC5A86C1}"/>
              </a:ext>
            </a:extLst>
          </p:cNvPr>
          <p:cNvSpPr/>
          <p:nvPr/>
        </p:nvSpPr>
        <p:spPr>
          <a:xfrm>
            <a:off x="2528267" y="1542875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9C50C38-E210-444C-92D0-80B181BAB56E}"/>
              </a:ext>
            </a:extLst>
          </p:cNvPr>
          <p:cNvSpPr/>
          <p:nvPr/>
        </p:nvSpPr>
        <p:spPr>
          <a:xfrm>
            <a:off x="2536120" y="1119740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C2130C5-B61E-41E3-A9C0-F82043A0A418}"/>
              </a:ext>
            </a:extLst>
          </p:cNvPr>
          <p:cNvSpPr/>
          <p:nvPr/>
        </p:nvSpPr>
        <p:spPr>
          <a:xfrm>
            <a:off x="2548129" y="194980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</p:spTree>
    <p:extLst>
      <p:ext uri="{BB962C8B-B14F-4D97-AF65-F5344CB8AC3E}">
        <p14:creationId xmlns:p14="http://schemas.microsoft.com/office/powerpoint/2010/main" val="372483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to Inventory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Create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 List</a:t>
            </a:r>
          </a:p>
        </p:txBody>
      </p:sp>
    </p:spTree>
    <p:extLst>
      <p:ext uri="{BB962C8B-B14F-4D97-AF65-F5344CB8AC3E}">
        <p14:creationId xmlns:p14="http://schemas.microsoft.com/office/powerpoint/2010/main" val="288528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B4C4F2-458C-407A-A1B2-0879C240BB5B}"/>
              </a:ext>
            </a:extLst>
          </p:cNvPr>
          <p:cNvSpPr/>
          <p:nvPr/>
        </p:nvSpPr>
        <p:spPr>
          <a:xfrm>
            <a:off x="444616" y="63756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EA4B4C-4031-4515-8BC5-AFE4E5F45CE6}"/>
              </a:ext>
            </a:extLst>
          </p:cNvPr>
          <p:cNvSpPr/>
          <p:nvPr/>
        </p:nvSpPr>
        <p:spPr>
          <a:xfrm>
            <a:off x="2865686" y="625761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9D6D7C-635F-40C5-907C-956389916550}"/>
              </a:ext>
            </a:extLst>
          </p:cNvPr>
          <p:cNvSpPr/>
          <p:nvPr/>
        </p:nvSpPr>
        <p:spPr>
          <a:xfrm>
            <a:off x="3635931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BB9D24-F589-4ADE-87FD-BC26202ECC23}"/>
              </a:ext>
            </a:extLst>
          </p:cNvPr>
          <p:cNvSpPr/>
          <p:nvPr/>
        </p:nvSpPr>
        <p:spPr>
          <a:xfrm>
            <a:off x="444616" y="1115042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Item Name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B2CBF0-ED59-4502-A9AB-769088AD074A}"/>
              </a:ext>
            </a:extLst>
          </p:cNvPr>
          <p:cNvSpPr/>
          <p:nvPr/>
        </p:nvSpPr>
        <p:spPr>
          <a:xfrm>
            <a:off x="4667778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386F20-3351-4263-B561-4C9CFB68759B}"/>
              </a:ext>
            </a:extLst>
          </p:cNvPr>
          <p:cNvSpPr/>
          <p:nvPr/>
        </p:nvSpPr>
        <p:spPr>
          <a:xfrm>
            <a:off x="5699625" y="111504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5622C6-98B8-4A8A-A254-BF034B471D59}"/>
              </a:ext>
            </a:extLst>
          </p:cNvPr>
          <p:cNvSpPr/>
          <p:nvPr/>
        </p:nvSpPr>
        <p:spPr>
          <a:xfrm>
            <a:off x="6731472" y="11150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50A865-4B7C-446A-AEBC-6A9B09FA4D87}"/>
              </a:ext>
            </a:extLst>
          </p:cNvPr>
          <p:cNvSpPr/>
          <p:nvPr/>
        </p:nvSpPr>
        <p:spPr>
          <a:xfrm>
            <a:off x="1655151" y="637562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DATE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639466-3D55-462E-9627-C28A74696228}"/>
              </a:ext>
            </a:extLst>
          </p:cNvPr>
          <p:cNvSpPr/>
          <p:nvPr/>
        </p:nvSpPr>
        <p:spPr>
          <a:xfrm>
            <a:off x="3635931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97E031-C6B9-4FB8-BC26-F9945B4F67C5}"/>
              </a:ext>
            </a:extLst>
          </p:cNvPr>
          <p:cNvSpPr/>
          <p:nvPr/>
        </p:nvSpPr>
        <p:spPr>
          <a:xfrm>
            <a:off x="444616" y="1542880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51AF914-1254-4F2C-B71E-D18ACA40627A}"/>
              </a:ext>
            </a:extLst>
          </p:cNvPr>
          <p:cNvSpPr/>
          <p:nvPr/>
        </p:nvSpPr>
        <p:spPr>
          <a:xfrm>
            <a:off x="4667778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EBBAE9-5379-48D8-8A0D-A0C5427AA3FB}"/>
              </a:ext>
            </a:extLst>
          </p:cNvPr>
          <p:cNvSpPr/>
          <p:nvPr/>
        </p:nvSpPr>
        <p:spPr>
          <a:xfrm>
            <a:off x="5699625" y="154287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0E9895-A0DF-4ABC-ADDA-0442B8A5C4CB}"/>
              </a:ext>
            </a:extLst>
          </p:cNvPr>
          <p:cNvSpPr/>
          <p:nvPr/>
        </p:nvSpPr>
        <p:spPr>
          <a:xfrm>
            <a:off x="6731472" y="15428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30DF931-0E25-458A-BDF4-CF67F4296E07}"/>
              </a:ext>
            </a:extLst>
          </p:cNvPr>
          <p:cNvSpPr/>
          <p:nvPr/>
        </p:nvSpPr>
        <p:spPr>
          <a:xfrm>
            <a:off x="3635931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F26EE44-399C-4913-8F17-DFAB512AC704}"/>
              </a:ext>
            </a:extLst>
          </p:cNvPr>
          <p:cNvSpPr/>
          <p:nvPr/>
        </p:nvSpPr>
        <p:spPr>
          <a:xfrm>
            <a:off x="444616" y="1970718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F2BA19-53F5-40F8-9971-D373C2EF9F43}"/>
              </a:ext>
            </a:extLst>
          </p:cNvPr>
          <p:cNvSpPr/>
          <p:nvPr/>
        </p:nvSpPr>
        <p:spPr>
          <a:xfrm>
            <a:off x="4667778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49742A-20C8-4011-9478-7F9A512CE008}"/>
              </a:ext>
            </a:extLst>
          </p:cNvPr>
          <p:cNvSpPr/>
          <p:nvPr/>
        </p:nvSpPr>
        <p:spPr>
          <a:xfrm>
            <a:off x="5699625" y="197071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CEADB08-28AE-4D8E-B4ED-DEE0B6368CA5}"/>
              </a:ext>
            </a:extLst>
          </p:cNvPr>
          <p:cNvSpPr/>
          <p:nvPr/>
        </p:nvSpPr>
        <p:spPr>
          <a:xfrm>
            <a:off x="6731472" y="1970716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28FC0D-C362-4F19-8F20-FBDF1A644E3B}"/>
              </a:ext>
            </a:extLst>
          </p:cNvPr>
          <p:cNvSpPr/>
          <p:nvPr/>
        </p:nvSpPr>
        <p:spPr>
          <a:xfrm>
            <a:off x="5222149" y="3464766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0167C44-62AE-4726-A3D4-7DB98C574FD0}"/>
              </a:ext>
            </a:extLst>
          </p:cNvPr>
          <p:cNvSpPr/>
          <p:nvPr/>
        </p:nvSpPr>
        <p:spPr>
          <a:xfrm>
            <a:off x="6731472" y="3466144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CLOSE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5444F2-C045-4B4B-A9F3-65FAAC5A86C1}"/>
              </a:ext>
            </a:extLst>
          </p:cNvPr>
          <p:cNvSpPr/>
          <p:nvPr/>
        </p:nvSpPr>
        <p:spPr>
          <a:xfrm>
            <a:off x="2528267" y="1542875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9C50C38-E210-444C-92D0-80B181BAB56E}"/>
              </a:ext>
            </a:extLst>
          </p:cNvPr>
          <p:cNvSpPr/>
          <p:nvPr/>
        </p:nvSpPr>
        <p:spPr>
          <a:xfrm>
            <a:off x="2536120" y="1119740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C2130C5-B61E-41E3-A9C0-F82043A0A418}"/>
              </a:ext>
            </a:extLst>
          </p:cNvPr>
          <p:cNvSpPr/>
          <p:nvPr/>
        </p:nvSpPr>
        <p:spPr>
          <a:xfrm>
            <a:off x="2548129" y="194980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</p:spTree>
    <p:extLst>
      <p:ext uri="{BB962C8B-B14F-4D97-AF65-F5344CB8AC3E}">
        <p14:creationId xmlns:p14="http://schemas.microsoft.com/office/powerpoint/2010/main" val="300406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Purchase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Create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 List</a:t>
            </a:r>
          </a:p>
        </p:txBody>
      </p:sp>
    </p:spTree>
    <p:extLst>
      <p:ext uri="{BB962C8B-B14F-4D97-AF65-F5344CB8AC3E}">
        <p14:creationId xmlns:p14="http://schemas.microsoft.com/office/powerpoint/2010/main" val="258988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B4C4F2-458C-407A-A1B2-0879C240BB5B}"/>
              </a:ext>
            </a:extLst>
          </p:cNvPr>
          <p:cNvSpPr/>
          <p:nvPr/>
        </p:nvSpPr>
        <p:spPr>
          <a:xfrm>
            <a:off x="444616" y="63756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A398CA-E037-4A64-B318-C59F8E05AF9F}"/>
              </a:ext>
            </a:extLst>
          </p:cNvPr>
          <p:cNvSpPr/>
          <p:nvPr/>
        </p:nvSpPr>
        <p:spPr>
          <a:xfrm>
            <a:off x="6647082" y="3202496"/>
            <a:ext cx="1908495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Vat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50A865-4B7C-446A-AEBC-6A9B09FA4D87}"/>
              </a:ext>
            </a:extLst>
          </p:cNvPr>
          <p:cNvSpPr/>
          <p:nvPr/>
        </p:nvSpPr>
        <p:spPr>
          <a:xfrm>
            <a:off x="1802933" y="637560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DATE 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28FC0D-C362-4F19-8F20-FBDF1A644E3B}"/>
              </a:ext>
            </a:extLst>
          </p:cNvPr>
          <p:cNvSpPr/>
          <p:nvPr/>
        </p:nvSpPr>
        <p:spPr>
          <a:xfrm>
            <a:off x="4018327" y="4613945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0167C44-62AE-4726-A3D4-7DB98C574FD0}"/>
              </a:ext>
            </a:extLst>
          </p:cNvPr>
          <p:cNvSpPr/>
          <p:nvPr/>
        </p:nvSpPr>
        <p:spPr>
          <a:xfrm>
            <a:off x="5636707" y="4613945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D0EB7BD-88C9-4E54-AC33-90902879C120}"/>
              </a:ext>
            </a:extLst>
          </p:cNvPr>
          <p:cNvSpPr/>
          <p:nvPr/>
        </p:nvSpPr>
        <p:spPr>
          <a:xfrm>
            <a:off x="3037521" y="637559"/>
            <a:ext cx="1740715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Vendor Name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DF7A0BE-1056-44BD-AC33-1A3AFC318063}"/>
              </a:ext>
            </a:extLst>
          </p:cNvPr>
          <p:cNvSpPr/>
          <p:nvPr/>
        </p:nvSpPr>
        <p:spPr>
          <a:xfrm>
            <a:off x="5034103" y="637558"/>
            <a:ext cx="1740715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Purchase Invoice No: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24A4726-52F9-46A9-88E8-F7138493283A}"/>
              </a:ext>
            </a:extLst>
          </p:cNvPr>
          <p:cNvSpPr/>
          <p:nvPr/>
        </p:nvSpPr>
        <p:spPr>
          <a:xfrm>
            <a:off x="8652054" y="3202497"/>
            <a:ext cx="3281495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Asset Value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B0597B0-C03E-4158-9CAA-EC06C42ED4A2}"/>
              </a:ext>
            </a:extLst>
          </p:cNvPr>
          <p:cNvSpPr/>
          <p:nvPr/>
        </p:nvSpPr>
        <p:spPr>
          <a:xfrm>
            <a:off x="9118126" y="1481697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1BF06F8-1B2D-4167-8D7F-0CCB85EB2F50}"/>
              </a:ext>
            </a:extLst>
          </p:cNvPr>
          <p:cNvSpPr/>
          <p:nvPr/>
        </p:nvSpPr>
        <p:spPr>
          <a:xfrm>
            <a:off x="3635931" y="14817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7F76E46-CF22-4533-B0BF-D09EC2F8363C}"/>
              </a:ext>
            </a:extLst>
          </p:cNvPr>
          <p:cNvSpPr/>
          <p:nvPr/>
        </p:nvSpPr>
        <p:spPr>
          <a:xfrm>
            <a:off x="7849957" y="1481696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95A4EB4-6133-470E-9CC6-9A272A221AB7}"/>
              </a:ext>
            </a:extLst>
          </p:cNvPr>
          <p:cNvSpPr/>
          <p:nvPr/>
        </p:nvSpPr>
        <p:spPr>
          <a:xfrm>
            <a:off x="444616" y="1481703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Item Name 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6C91032-CC12-4D2E-A57A-717287BB9028}"/>
              </a:ext>
            </a:extLst>
          </p:cNvPr>
          <p:cNvSpPr/>
          <p:nvPr/>
        </p:nvSpPr>
        <p:spPr>
          <a:xfrm>
            <a:off x="4667778" y="14817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3EB08DC-775F-4B49-B136-CFAF2D9FC686}"/>
              </a:ext>
            </a:extLst>
          </p:cNvPr>
          <p:cNvSpPr/>
          <p:nvPr/>
        </p:nvSpPr>
        <p:spPr>
          <a:xfrm>
            <a:off x="5699625" y="14817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FBB52E9-C63D-4ABE-920B-2DA63B52C702}"/>
              </a:ext>
            </a:extLst>
          </p:cNvPr>
          <p:cNvSpPr/>
          <p:nvPr/>
        </p:nvSpPr>
        <p:spPr>
          <a:xfrm>
            <a:off x="6731472" y="148170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D3D842C-9F59-477B-9951-39F58BC28713}"/>
              </a:ext>
            </a:extLst>
          </p:cNvPr>
          <p:cNvSpPr/>
          <p:nvPr/>
        </p:nvSpPr>
        <p:spPr>
          <a:xfrm>
            <a:off x="10475748" y="1481698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4369A2C-A820-41AC-8C82-F71661E6C5CA}"/>
              </a:ext>
            </a:extLst>
          </p:cNvPr>
          <p:cNvSpPr/>
          <p:nvPr/>
        </p:nvSpPr>
        <p:spPr>
          <a:xfrm>
            <a:off x="3635931" y="19095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61A7BBB-6564-455D-8172-6FF305EFD3A0}"/>
              </a:ext>
            </a:extLst>
          </p:cNvPr>
          <p:cNvSpPr/>
          <p:nvPr/>
        </p:nvSpPr>
        <p:spPr>
          <a:xfrm>
            <a:off x="444616" y="1909541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AA2642-74DD-41E3-9EE1-E6831CF428FC}"/>
              </a:ext>
            </a:extLst>
          </p:cNvPr>
          <p:cNvSpPr/>
          <p:nvPr/>
        </p:nvSpPr>
        <p:spPr>
          <a:xfrm>
            <a:off x="4667778" y="19095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519BDC5-17A0-4995-81BB-0B6109872C67}"/>
              </a:ext>
            </a:extLst>
          </p:cNvPr>
          <p:cNvSpPr/>
          <p:nvPr/>
        </p:nvSpPr>
        <p:spPr>
          <a:xfrm>
            <a:off x="5699625" y="19095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AA9D3BF-1A8C-49B5-8908-8ABF89E3D168}"/>
              </a:ext>
            </a:extLst>
          </p:cNvPr>
          <p:cNvSpPr/>
          <p:nvPr/>
        </p:nvSpPr>
        <p:spPr>
          <a:xfrm>
            <a:off x="6731472" y="190953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3040424-4A91-44F0-AF1E-0CFF9509149A}"/>
              </a:ext>
            </a:extLst>
          </p:cNvPr>
          <p:cNvSpPr/>
          <p:nvPr/>
        </p:nvSpPr>
        <p:spPr>
          <a:xfrm>
            <a:off x="3635931" y="23373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D09527D-7C0B-4F7C-8EDF-34A133627BB0}"/>
              </a:ext>
            </a:extLst>
          </p:cNvPr>
          <p:cNvSpPr/>
          <p:nvPr/>
        </p:nvSpPr>
        <p:spPr>
          <a:xfrm>
            <a:off x="444616" y="2337379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6DD2BC7-9896-43C6-86B7-23D8EAF2BB09}"/>
              </a:ext>
            </a:extLst>
          </p:cNvPr>
          <p:cNvSpPr/>
          <p:nvPr/>
        </p:nvSpPr>
        <p:spPr>
          <a:xfrm>
            <a:off x="4667778" y="23373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5819B4B-4656-4A60-B60D-D517FD36B6C8}"/>
              </a:ext>
            </a:extLst>
          </p:cNvPr>
          <p:cNvSpPr/>
          <p:nvPr/>
        </p:nvSpPr>
        <p:spPr>
          <a:xfrm>
            <a:off x="5699625" y="23373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822074D-188C-4A56-9B32-76B40EBBE662}"/>
              </a:ext>
            </a:extLst>
          </p:cNvPr>
          <p:cNvSpPr/>
          <p:nvPr/>
        </p:nvSpPr>
        <p:spPr>
          <a:xfrm>
            <a:off x="6731472" y="233737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D00D312-4DCF-4252-B370-02CDA7D9CE05}"/>
              </a:ext>
            </a:extLst>
          </p:cNvPr>
          <p:cNvSpPr/>
          <p:nvPr/>
        </p:nvSpPr>
        <p:spPr>
          <a:xfrm>
            <a:off x="9126838" y="1909538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741D7A3-404C-4DAA-A23B-53B2283E4ED4}"/>
              </a:ext>
            </a:extLst>
          </p:cNvPr>
          <p:cNvSpPr/>
          <p:nvPr/>
        </p:nvSpPr>
        <p:spPr>
          <a:xfrm>
            <a:off x="7858669" y="1909537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2814687-85A7-4C39-A7CA-8BA0306498E1}"/>
              </a:ext>
            </a:extLst>
          </p:cNvPr>
          <p:cNvSpPr/>
          <p:nvPr/>
        </p:nvSpPr>
        <p:spPr>
          <a:xfrm>
            <a:off x="10484460" y="1909539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C23768B-B255-4072-A12C-B116F12EB3EA}"/>
              </a:ext>
            </a:extLst>
          </p:cNvPr>
          <p:cNvSpPr/>
          <p:nvPr/>
        </p:nvSpPr>
        <p:spPr>
          <a:xfrm>
            <a:off x="9126838" y="2337376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45FE0D6-A8A8-47C4-AAF4-F4090B4037FC}"/>
              </a:ext>
            </a:extLst>
          </p:cNvPr>
          <p:cNvSpPr/>
          <p:nvPr/>
        </p:nvSpPr>
        <p:spPr>
          <a:xfrm>
            <a:off x="7858669" y="2337375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48836A3-B4F5-4E7A-A1EE-23EC511FD42E}"/>
              </a:ext>
            </a:extLst>
          </p:cNvPr>
          <p:cNvSpPr/>
          <p:nvPr/>
        </p:nvSpPr>
        <p:spPr>
          <a:xfrm>
            <a:off x="10484460" y="2337377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8841984-9823-4C42-9930-21462077616D}"/>
              </a:ext>
            </a:extLst>
          </p:cNvPr>
          <p:cNvSpPr/>
          <p:nvPr/>
        </p:nvSpPr>
        <p:spPr>
          <a:xfrm>
            <a:off x="2528267" y="1909536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E57A147-4AD3-42F2-BEB5-9BFEC6970EDD}"/>
              </a:ext>
            </a:extLst>
          </p:cNvPr>
          <p:cNvSpPr/>
          <p:nvPr/>
        </p:nvSpPr>
        <p:spPr>
          <a:xfrm>
            <a:off x="2536120" y="1486401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3181217-E332-49C2-A809-B9E54425B106}"/>
              </a:ext>
            </a:extLst>
          </p:cNvPr>
          <p:cNvSpPr/>
          <p:nvPr/>
        </p:nvSpPr>
        <p:spPr>
          <a:xfrm>
            <a:off x="2548129" y="2316464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A6B18F2-8E2D-4420-A1C9-4CAE381C28FA}"/>
              </a:ext>
            </a:extLst>
          </p:cNvPr>
          <p:cNvSpPr/>
          <p:nvPr/>
        </p:nvSpPr>
        <p:spPr>
          <a:xfrm>
            <a:off x="431333" y="3428999"/>
            <a:ext cx="1908495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Attachment  </a:t>
            </a:r>
          </a:p>
        </p:txBody>
      </p:sp>
    </p:spTree>
    <p:extLst>
      <p:ext uri="{BB962C8B-B14F-4D97-AF65-F5344CB8AC3E}">
        <p14:creationId xmlns:p14="http://schemas.microsoft.com/office/powerpoint/2010/main" val="230204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Adjustment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Create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 List</a:t>
            </a:r>
          </a:p>
        </p:txBody>
      </p:sp>
    </p:spTree>
    <p:extLst>
      <p:ext uri="{BB962C8B-B14F-4D97-AF65-F5344CB8AC3E}">
        <p14:creationId xmlns:p14="http://schemas.microsoft.com/office/powerpoint/2010/main" val="71555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B4C4F2-458C-407A-A1B2-0879C240BB5B}"/>
              </a:ext>
            </a:extLst>
          </p:cNvPr>
          <p:cNvSpPr/>
          <p:nvPr/>
        </p:nvSpPr>
        <p:spPr>
          <a:xfrm>
            <a:off x="444616" y="637563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ID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50A865-4B7C-446A-AEBC-6A9B09FA4D87}"/>
              </a:ext>
            </a:extLst>
          </p:cNvPr>
          <p:cNvSpPr/>
          <p:nvPr/>
        </p:nvSpPr>
        <p:spPr>
          <a:xfrm>
            <a:off x="1802933" y="637560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DATE 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28FC0D-C362-4F19-8F20-FBDF1A644E3B}"/>
              </a:ext>
            </a:extLst>
          </p:cNvPr>
          <p:cNvSpPr/>
          <p:nvPr/>
        </p:nvSpPr>
        <p:spPr>
          <a:xfrm>
            <a:off x="8057426" y="3911982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0167C44-62AE-4726-A3D4-7DB98C574FD0}"/>
              </a:ext>
            </a:extLst>
          </p:cNvPr>
          <p:cNvSpPr/>
          <p:nvPr/>
        </p:nvSpPr>
        <p:spPr>
          <a:xfrm>
            <a:off x="9675806" y="3911982"/>
            <a:ext cx="884338" cy="2691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D0EB7BD-88C9-4E54-AC33-90902879C120}"/>
              </a:ext>
            </a:extLst>
          </p:cNvPr>
          <p:cNvSpPr/>
          <p:nvPr/>
        </p:nvSpPr>
        <p:spPr>
          <a:xfrm>
            <a:off x="444616" y="2703075"/>
            <a:ext cx="6101767" cy="10561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Reason 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3664088-2DAA-4BDD-B9DC-C661513BD2F1}"/>
              </a:ext>
            </a:extLst>
          </p:cNvPr>
          <p:cNvSpPr/>
          <p:nvPr/>
        </p:nvSpPr>
        <p:spPr>
          <a:xfrm>
            <a:off x="3027344" y="637810"/>
            <a:ext cx="1205189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ASSET ACCOUNTS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264E48F-7FF3-4327-A32F-E0079FD676E0}"/>
              </a:ext>
            </a:extLst>
          </p:cNvPr>
          <p:cNvSpPr/>
          <p:nvPr/>
        </p:nvSpPr>
        <p:spPr>
          <a:xfrm>
            <a:off x="3663812" y="11515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83B1D01-64B5-47E5-94A7-A4AED0CF91F0}"/>
              </a:ext>
            </a:extLst>
          </p:cNvPr>
          <p:cNvSpPr/>
          <p:nvPr/>
        </p:nvSpPr>
        <p:spPr>
          <a:xfrm>
            <a:off x="7877838" y="1151496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F24EF8-F754-4D29-92F2-E7768D2DFF4B}"/>
              </a:ext>
            </a:extLst>
          </p:cNvPr>
          <p:cNvSpPr/>
          <p:nvPr/>
        </p:nvSpPr>
        <p:spPr>
          <a:xfrm>
            <a:off x="472497" y="1151503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Item Name 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40C3D89-55CB-4D89-B154-D5C2F0E0BC1E}"/>
              </a:ext>
            </a:extLst>
          </p:cNvPr>
          <p:cNvSpPr/>
          <p:nvPr/>
        </p:nvSpPr>
        <p:spPr>
          <a:xfrm>
            <a:off x="4695659" y="11515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71A82-25ED-47A4-8E8C-CC3F58C8A4D1}"/>
              </a:ext>
            </a:extLst>
          </p:cNvPr>
          <p:cNvSpPr/>
          <p:nvPr/>
        </p:nvSpPr>
        <p:spPr>
          <a:xfrm>
            <a:off x="5727506" y="1151502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F29630E-545F-4D25-89C4-2D0C7C12D243}"/>
              </a:ext>
            </a:extLst>
          </p:cNvPr>
          <p:cNvSpPr/>
          <p:nvPr/>
        </p:nvSpPr>
        <p:spPr>
          <a:xfrm>
            <a:off x="6759353" y="1151501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202F2AB-9811-45FE-82F1-E4F55DBEEC63}"/>
              </a:ext>
            </a:extLst>
          </p:cNvPr>
          <p:cNvSpPr/>
          <p:nvPr/>
        </p:nvSpPr>
        <p:spPr>
          <a:xfrm>
            <a:off x="9139288" y="1151496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E35BFB2-B594-42C1-8F75-837DB9F3A055}"/>
              </a:ext>
            </a:extLst>
          </p:cNvPr>
          <p:cNvSpPr/>
          <p:nvPr/>
        </p:nvSpPr>
        <p:spPr>
          <a:xfrm>
            <a:off x="3663812" y="15793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D679A46-44A6-471F-B43A-A1DBC24773E1}"/>
              </a:ext>
            </a:extLst>
          </p:cNvPr>
          <p:cNvSpPr/>
          <p:nvPr/>
        </p:nvSpPr>
        <p:spPr>
          <a:xfrm>
            <a:off x="472497" y="1579341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466F907-5910-458A-B781-24106CFDD3FA}"/>
              </a:ext>
            </a:extLst>
          </p:cNvPr>
          <p:cNvSpPr/>
          <p:nvPr/>
        </p:nvSpPr>
        <p:spPr>
          <a:xfrm>
            <a:off x="4695659" y="15793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BB20D8D-A58A-4742-808B-A5D91FFE3203}"/>
              </a:ext>
            </a:extLst>
          </p:cNvPr>
          <p:cNvSpPr/>
          <p:nvPr/>
        </p:nvSpPr>
        <p:spPr>
          <a:xfrm>
            <a:off x="5727506" y="1579340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41DB72B-BCC0-4902-A7EA-2007128ED626}"/>
              </a:ext>
            </a:extLst>
          </p:cNvPr>
          <p:cNvSpPr/>
          <p:nvPr/>
        </p:nvSpPr>
        <p:spPr>
          <a:xfrm>
            <a:off x="6759353" y="1579339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0D34930-056D-4BA1-8697-BF0DA708D80D}"/>
              </a:ext>
            </a:extLst>
          </p:cNvPr>
          <p:cNvSpPr/>
          <p:nvPr/>
        </p:nvSpPr>
        <p:spPr>
          <a:xfrm>
            <a:off x="3663812" y="20071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Unit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F21C105-3CA9-4899-B8A2-B5D598B6C697}"/>
              </a:ext>
            </a:extLst>
          </p:cNvPr>
          <p:cNvSpPr/>
          <p:nvPr/>
        </p:nvSpPr>
        <p:spPr>
          <a:xfrm>
            <a:off x="472497" y="2007179"/>
            <a:ext cx="2021493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Name 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279E4DE-B983-4E01-8021-DDCE3C2C951A}"/>
              </a:ext>
            </a:extLst>
          </p:cNvPr>
          <p:cNvSpPr/>
          <p:nvPr/>
        </p:nvSpPr>
        <p:spPr>
          <a:xfrm>
            <a:off x="4695659" y="20071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Items Qty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829C934-77F9-4F68-A580-BDE32E0BA7F1}"/>
              </a:ext>
            </a:extLst>
          </p:cNvPr>
          <p:cNvSpPr/>
          <p:nvPr/>
        </p:nvSpPr>
        <p:spPr>
          <a:xfrm>
            <a:off x="5727506" y="2007178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Unit Price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E2B3370-B929-4D84-9EA3-CE85999B431C}"/>
              </a:ext>
            </a:extLst>
          </p:cNvPr>
          <p:cNvSpPr/>
          <p:nvPr/>
        </p:nvSpPr>
        <p:spPr>
          <a:xfrm>
            <a:off x="6759353" y="2007177"/>
            <a:ext cx="884338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Price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CFC171D-6E3F-42A8-9A49-1BE16C3AFD87}"/>
              </a:ext>
            </a:extLst>
          </p:cNvPr>
          <p:cNvSpPr/>
          <p:nvPr/>
        </p:nvSpPr>
        <p:spPr>
          <a:xfrm>
            <a:off x="7886550" y="1579337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6FE520D-908E-406D-A1DF-CAF11A6D4021}"/>
              </a:ext>
            </a:extLst>
          </p:cNvPr>
          <p:cNvSpPr/>
          <p:nvPr/>
        </p:nvSpPr>
        <p:spPr>
          <a:xfrm>
            <a:off x="9148000" y="1579337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88F1FDE-F6EC-40D8-804F-6DBC1F1FF225}"/>
              </a:ext>
            </a:extLst>
          </p:cNvPr>
          <p:cNvSpPr/>
          <p:nvPr/>
        </p:nvSpPr>
        <p:spPr>
          <a:xfrm>
            <a:off x="7886550" y="2007175"/>
            <a:ext cx="1115736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% 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373CB18-F9D0-4EB5-ABC9-4CD726FD37F9}"/>
              </a:ext>
            </a:extLst>
          </p:cNvPr>
          <p:cNvSpPr/>
          <p:nvPr/>
        </p:nvSpPr>
        <p:spPr>
          <a:xfrm>
            <a:off x="9148000" y="2007175"/>
            <a:ext cx="1412144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00" b="0" i="0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Depreciation Account</a:t>
            </a:r>
            <a:endParaRPr lang="en-US" sz="1000" b="0" i="0" strike="noStrike" dirty="0">
              <a:solidFill>
                <a:srgbClr val="1A0DAB"/>
              </a:solidFill>
              <a:effectLst/>
              <a:latin typeface="arial" panose="020B0604020202020204" pitchFamily="34" charset="0"/>
              <a:hlinkClick r:id="rId2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C28EDC2-5BF8-459B-A15C-7C409473B721}"/>
              </a:ext>
            </a:extLst>
          </p:cNvPr>
          <p:cNvSpPr/>
          <p:nvPr/>
        </p:nvSpPr>
        <p:spPr>
          <a:xfrm>
            <a:off x="2556148" y="1579336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A0FD9E7-827B-4CA8-A49C-35E6E793637D}"/>
              </a:ext>
            </a:extLst>
          </p:cNvPr>
          <p:cNvSpPr/>
          <p:nvPr/>
        </p:nvSpPr>
        <p:spPr>
          <a:xfrm>
            <a:off x="2564001" y="1156201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BA94DC7-AE89-4B57-85DA-216678212CB5}"/>
              </a:ext>
            </a:extLst>
          </p:cNvPr>
          <p:cNvSpPr/>
          <p:nvPr/>
        </p:nvSpPr>
        <p:spPr>
          <a:xfrm>
            <a:off x="2576010" y="1986264"/>
            <a:ext cx="1073791" cy="226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Barcode</a:t>
            </a:r>
          </a:p>
        </p:txBody>
      </p:sp>
    </p:spTree>
    <p:extLst>
      <p:ext uri="{BB962C8B-B14F-4D97-AF65-F5344CB8AC3E}">
        <p14:creationId xmlns:p14="http://schemas.microsoft.com/office/powerpoint/2010/main" val="265580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Barcode Print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425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47B4BF51-7BD7-48C5-B5F3-2C8709E6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FDCF0-D6D8-4BB9-B31C-2160F24E893A}"/>
              </a:ext>
            </a:extLst>
          </p:cNvPr>
          <p:cNvSpPr txBox="1"/>
          <p:nvPr/>
        </p:nvSpPr>
        <p:spPr>
          <a:xfrm>
            <a:off x="4749281" y="2379306"/>
            <a:ext cx="1558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ASSET Barcode Print 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Picture 3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7F62660-3D52-4357-9735-734F1D894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86" y="1569094"/>
            <a:ext cx="10209402" cy="371981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3AF307-79C2-4B2C-A075-53A4B5723794}"/>
              </a:ext>
            </a:extLst>
          </p:cNvPr>
          <p:cNvSpPr/>
          <p:nvPr/>
        </p:nvSpPr>
        <p:spPr>
          <a:xfrm>
            <a:off x="939567" y="2575420"/>
            <a:ext cx="1904301" cy="20399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ASSET Account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9837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2C229ED-DA9A-4297-BBC7-16038FD8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B2447B-359B-40F4-867E-BB64D87253EA}"/>
              </a:ext>
            </a:extLst>
          </p:cNvPr>
          <p:cNvSpPr txBox="1"/>
          <p:nvPr/>
        </p:nvSpPr>
        <p:spPr>
          <a:xfrm>
            <a:off x="5865091" y="3833091"/>
            <a:ext cx="14593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ASSET Report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Asset Account Wise</a:t>
            </a:r>
          </a:p>
          <a:p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70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5323EFE-BAE7-4037-80A9-AA248AB10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32874"/>
              </p:ext>
            </p:extLst>
          </p:nvPr>
        </p:nvGraphicFramePr>
        <p:xfrm>
          <a:off x="203200" y="692727"/>
          <a:ext cx="11776366" cy="259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859">
                  <a:extLst>
                    <a:ext uri="{9D8B030D-6E8A-4147-A177-3AD203B41FA5}">
                      <a16:colId xmlns:a16="http://schemas.microsoft.com/office/drawing/2014/main" val="2943892822"/>
                    </a:ext>
                  </a:extLst>
                </a:gridCol>
                <a:gridCol w="2218817">
                  <a:extLst>
                    <a:ext uri="{9D8B030D-6E8A-4147-A177-3AD203B41FA5}">
                      <a16:colId xmlns:a16="http://schemas.microsoft.com/office/drawing/2014/main" val="3542069239"/>
                    </a:ext>
                  </a:extLst>
                </a:gridCol>
                <a:gridCol w="1682338">
                  <a:extLst>
                    <a:ext uri="{9D8B030D-6E8A-4147-A177-3AD203B41FA5}">
                      <a16:colId xmlns:a16="http://schemas.microsoft.com/office/drawing/2014/main" val="2810471157"/>
                    </a:ext>
                  </a:extLst>
                </a:gridCol>
                <a:gridCol w="1682338">
                  <a:extLst>
                    <a:ext uri="{9D8B030D-6E8A-4147-A177-3AD203B41FA5}">
                      <a16:colId xmlns:a16="http://schemas.microsoft.com/office/drawing/2014/main" val="4144262839"/>
                    </a:ext>
                  </a:extLst>
                </a:gridCol>
                <a:gridCol w="1682338">
                  <a:extLst>
                    <a:ext uri="{9D8B030D-6E8A-4147-A177-3AD203B41FA5}">
                      <a16:colId xmlns:a16="http://schemas.microsoft.com/office/drawing/2014/main" val="3984486633"/>
                    </a:ext>
                  </a:extLst>
                </a:gridCol>
                <a:gridCol w="1682338">
                  <a:extLst>
                    <a:ext uri="{9D8B030D-6E8A-4147-A177-3AD203B41FA5}">
                      <a16:colId xmlns:a16="http://schemas.microsoft.com/office/drawing/2014/main" val="1751709865"/>
                    </a:ext>
                  </a:extLst>
                </a:gridCol>
                <a:gridCol w="1682338">
                  <a:extLst>
                    <a:ext uri="{9D8B030D-6E8A-4147-A177-3AD203B41FA5}">
                      <a16:colId xmlns:a16="http://schemas.microsoft.com/office/drawing/2014/main" val="1908918567"/>
                    </a:ext>
                  </a:extLst>
                </a:gridCol>
              </a:tblGrid>
              <a:tr h="519084">
                <a:tc>
                  <a:txBody>
                    <a:bodyPr/>
                    <a:lstStyle/>
                    <a:p>
                      <a:r>
                        <a:rPr lang="en-US" sz="1200" dirty="0"/>
                        <a:t>ASSET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ASSET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ITEM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TOTAL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Days as an 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826646"/>
                  </a:ext>
                </a:extLst>
              </a:tr>
              <a:tr h="519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379716"/>
                  </a:ext>
                </a:extLst>
              </a:tr>
              <a:tr h="519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1996"/>
                  </a:ext>
                </a:extLst>
              </a:tr>
              <a:tr h="519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648829"/>
                  </a:ext>
                </a:extLst>
              </a:tr>
              <a:tr h="51908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70453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CE95B08-33E0-4A0F-B87D-5E583FCC0E2B}"/>
              </a:ext>
            </a:extLst>
          </p:cNvPr>
          <p:cNvSpPr/>
          <p:nvPr/>
        </p:nvSpPr>
        <p:spPr>
          <a:xfrm>
            <a:off x="203200" y="188651"/>
            <a:ext cx="1225119" cy="246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Asset Account</a:t>
            </a:r>
          </a:p>
        </p:txBody>
      </p:sp>
    </p:spTree>
    <p:extLst>
      <p:ext uri="{BB962C8B-B14F-4D97-AF65-F5344CB8AC3E}">
        <p14:creationId xmlns:p14="http://schemas.microsoft.com/office/powerpoint/2010/main" val="353446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282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Jenson Cleetus</dc:creator>
  <cp:lastModifiedBy>Jenson Cleetus</cp:lastModifiedBy>
  <cp:revision>3</cp:revision>
  <dcterms:created xsi:type="dcterms:W3CDTF">2021-08-05T04:33:23Z</dcterms:created>
  <dcterms:modified xsi:type="dcterms:W3CDTF">2021-08-06T07:02:09Z</dcterms:modified>
</cp:coreProperties>
</file>